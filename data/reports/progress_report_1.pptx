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a85f239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a85f239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a85f2397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a85f239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a85f2397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a85f239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a85f2397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a85f2397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Progress Report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Raja Chinnakotla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287200" cy="3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308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Gujarat is a state in India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8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Godhra train burning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8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2002 Riots in Gujarat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82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rural and urban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82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900-2000+ people killed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8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Newspaper influence and Gujarati Language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Review:</a:t>
            </a:r>
            <a:endParaRPr b="1"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82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Surveys on pre-2002 riots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8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Muslim leadership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8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Theory on media influence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8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Fill gap in literature with </a:t>
            </a: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empirical</a:t>
            </a:r>
            <a:r>
              <a:rPr lang="en" sz="20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analysis on role of media in riots</a:t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ile:Ahmedabad riots1.jpg - Wikimedia Commons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2387" y="2865626"/>
            <a:ext cx="2762826" cy="1866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India Gujarat locator map.svg - Wikipedia"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6450" y="211342"/>
            <a:ext cx="2160274" cy="2393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9775" y="211350"/>
            <a:ext cx="2322343" cy="186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589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language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media play in inter-communal violence in Gujarat 2002 riots?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in literature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Exploit 2001 Census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Zara Chowdhary – </a:t>
            </a:r>
            <a:r>
              <a:rPr i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Lost Ones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Story not well documented/known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being erased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Violence 7% Reduction in GDP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le:Narendra Modi and Atal Bihari Vajpayee on March 27, 2002.jpg ..."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4000" y="375650"/>
            <a:ext cx="2635200" cy="1780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4300" y="2764275"/>
            <a:ext cx="3544897" cy="19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700" y="445025"/>
            <a:ext cx="3161174" cy="31611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954400" y="4295700"/>
            <a:ext cx="22554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Gujarati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942675" y="3537475"/>
            <a:ext cx="162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Hindi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403" y="624675"/>
            <a:ext cx="2161550" cy="348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Challenges/Steps Moving Forward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accurate dataset for 2002 riots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inconsistent/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inaccessible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Unobserved heterogeneity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Moving Forward: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Merging datasets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LLM to parse through Gujarat Government/NGO reports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Reach out to CJP for paper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4525" y="883224"/>
            <a:ext cx="3717774" cy="12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5848" y="2571751"/>
            <a:ext cx="4490404" cy="12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