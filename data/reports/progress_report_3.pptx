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a85f23973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a85f2397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a300204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a300204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da33113d2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da33113d2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a85f239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a85f239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a300204d4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a300204d4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da300204d4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da300204d4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da300204d4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da300204d4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a85f2397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a85f2397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Progress Report 3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Raja Chinnakotla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Question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7240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role does 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composition</a:t>
            </a:r>
            <a:r>
              <a:rPr b="1"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 a district play in inter-communal violence?</a:t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Motivation: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Gap in literature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Exploit 2001 Census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I’ve been head banging a lot!</a:t>
            </a:r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Data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598375"/>
            <a:ext cx="2569374" cy="1836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1075" y="1591838"/>
            <a:ext cx="1510541" cy="18367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5"/>
          <p:cNvSpPr/>
          <p:nvPr/>
        </p:nvSpPr>
        <p:spPr>
          <a:xfrm>
            <a:off x="1995700" y="1359513"/>
            <a:ext cx="1608900" cy="23145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26354" y="1258775"/>
            <a:ext cx="2705952" cy="26259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2" name="Google Shape;72;p15"/>
          <p:cNvCxnSpPr/>
          <p:nvPr/>
        </p:nvCxnSpPr>
        <p:spPr>
          <a:xfrm flipH="1" rot="10800000">
            <a:off x="4552178" y="2501225"/>
            <a:ext cx="1413600" cy="1800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6550" y="693900"/>
            <a:ext cx="5598875" cy="3957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Empirical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Model and Testing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5287200" cy="38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7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9950" y="2088050"/>
            <a:ext cx="6303300" cy="257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64200" y="1089413"/>
            <a:ext cx="27432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57074" y="1032299"/>
            <a:ext cx="3975225" cy="6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Dropping 0 Muslim Properties Destroyed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3100" y="1114425"/>
            <a:ext cx="5257800" cy="2914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0" y="285750"/>
            <a:ext cx="6096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Update with IV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66725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9753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113" y="1152475"/>
            <a:ext cx="3571875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947" y="2738147"/>
            <a:ext cx="6550225" cy="144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Challenges/Steps Moving Forward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Cleaning Data to include to IV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IV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 with different variables/factors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